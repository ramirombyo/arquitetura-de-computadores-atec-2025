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4"/>
  </p:notesMasterIdLst>
  <p:sldIdLst>
    <p:sldId id="303" r:id="rId5"/>
    <p:sldId id="3050" r:id="rId6"/>
    <p:sldId id="3051" r:id="rId7"/>
    <p:sldId id="3052" r:id="rId8"/>
    <p:sldId id="3053" r:id="rId9"/>
    <p:sldId id="3054" r:id="rId10"/>
    <p:sldId id="3055" r:id="rId11"/>
    <p:sldId id="2991" r:id="rId12"/>
    <p:sldId id="2957" r:id="rId13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37E02-65DE-B9F0-7FD2-8BBA328D9144}" v="1" dt="2025-09-25T08:29:57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31" autoAdjust="0"/>
    <p:restoredTop sz="96005" autoAdjust="0"/>
  </p:normalViewPr>
  <p:slideViewPr>
    <p:cSldViewPr snapToGrid="0">
      <p:cViewPr varScale="1">
        <p:scale>
          <a:sx n="127" d="100"/>
          <a:sy n="127" d="100"/>
        </p:scale>
        <p:origin x="784" y="176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Sofia Azevedo Varela" userId="S::adriana.varela.t0133354@edu.atec.pt::f10789e9-d137-4f60-a06c-4ad534c2ea1b" providerId="AD" clId="Web-{A5D37E02-65DE-B9F0-7FD2-8BBA328D9144}"/>
    <pc:docChg chg="modSld">
      <pc:chgData name="Adriana Sofia Azevedo Varela" userId="S::adriana.varela.t0133354@edu.atec.pt::f10789e9-d137-4f60-a06c-4ad534c2ea1b" providerId="AD" clId="Web-{A5D37E02-65DE-B9F0-7FD2-8BBA328D9144}" dt="2025-09-25T08:29:57.759" v="0" actId="1076"/>
      <pc:docMkLst>
        <pc:docMk/>
      </pc:docMkLst>
      <pc:sldChg chg="modSp">
        <pc:chgData name="Adriana Sofia Azevedo Varela" userId="S::adriana.varela.t0133354@edu.atec.pt::f10789e9-d137-4f60-a06c-4ad534c2ea1b" providerId="AD" clId="Web-{A5D37E02-65DE-B9F0-7FD2-8BBA328D9144}" dt="2025-09-25T08:29:57.759" v="0" actId="1076"/>
        <pc:sldMkLst>
          <pc:docMk/>
          <pc:sldMk cId="2860808955" sldId="3055"/>
        </pc:sldMkLst>
        <pc:spChg chg="mod">
          <ac:chgData name="Adriana Sofia Azevedo Varela" userId="S::adriana.varela.t0133354@edu.atec.pt::f10789e9-d137-4f60-a06c-4ad534c2ea1b" providerId="AD" clId="Web-{A5D37E02-65DE-B9F0-7FD2-8BBA328D9144}" dt="2025-09-25T08:29:57.759" v="0" actId="1076"/>
          <ac:spMkLst>
            <pc:docMk/>
            <pc:sldMk cId="2860808955" sldId="3055"/>
            <ac:spMk id="5" creationId="{CDBD52D1-8DA7-9216-72E8-A85ACEA5BC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25/09/2025</a:t>
            </a:fld>
            <a:endParaRPr lang="pt-P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 dirty="0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9B85-F73B-9D95-4AAA-CBA8D826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CFAB74B5-3878-EA75-A4CB-BDC999AE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419EABE-B617-02B4-FF43-C9FC87EF12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r>
              <a:rPr lang="en-GB" sz="1800" dirty="0">
                <a:solidFill>
                  <a:schemeClr val="tx1"/>
                </a:solidFill>
                <a:latin typeface="Söhne"/>
              </a:rPr>
              <a:t>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adição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binária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segue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mesmos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princípios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adição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base 10, mas com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apenas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possíveis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: 0 e 1.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lógica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adição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binária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seguinte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:</a:t>
            </a:r>
          </a:p>
          <a:p>
            <a:pPr lvl="1">
              <a:buFont typeface="+mj-lt"/>
              <a:buAutoNum type="arabicPeriod"/>
            </a:pPr>
            <a:r>
              <a:rPr lang="en-GB" sz="1800" dirty="0" err="1">
                <a:solidFill>
                  <a:schemeClr val="tx1"/>
                </a:solidFill>
                <a:latin typeface="Söhne"/>
              </a:rPr>
              <a:t>Comece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somando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binários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direita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para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esquerda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como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faria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com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adição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decimal.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Quando a soma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mesma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0,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resultado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0.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Quando a soma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mesma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1,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resultado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1.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Quando a soma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mesma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2,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escreva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0 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leve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 (carry) para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próxima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Söhne"/>
              </a:rPr>
              <a:t>Quando a soma de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mesma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3,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escreva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 e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leve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 (carry) para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próxima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.</a:t>
            </a:r>
          </a:p>
          <a:p>
            <a:r>
              <a:rPr lang="en-GB" sz="1800" dirty="0">
                <a:solidFill>
                  <a:schemeClr val="tx1"/>
                </a:solidFill>
                <a:latin typeface="Söhne"/>
              </a:rPr>
              <a:t>Por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exemplo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somar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 e 1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binário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(1 + 1), o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resultado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10, com um carry de 1 para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próxima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coluna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.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Isso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semelhante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à forma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como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funciona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a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adição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base 10, </a:t>
            </a:r>
            <a:r>
              <a:rPr lang="en-GB" sz="1800" dirty="0" err="1">
                <a:solidFill>
                  <a:schemeClr val="tx1"/>
                </a:solidFill>
                <a:latin typeface="Söhne"/>
              </a:rPr>
              <a:t>onde</a:t>
            </a:r>
            <a:r>
              <a:rPr lang="en-GB" sz="1800" dirty="0">
                <a:solidFill>
                  <a:schemeClr val="tx1"/>
                </a:solidFill>
                <a:latin typeface="Söhne"/>
              </a:rPr>
              <a:t> 1 + 1 = 2, com um carry de 1.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DE2BD2BD-9864-EE94-5641-14B8E84A99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Adição</a:t>
            </a:r>
            <a:r>
              <a:rPr lang="en-GB" b="1" dirty="0">
                <a:latin typeface="Söhne"/>
              </a:rPr>
              <a:t>)</a:t>
            </a:r>
            <a:endParaRPr lang="pt-PT" altLang="pt-PT" b="1" dirty="0"/>
          </a:p>
        </p:txBody>
      </p:sp>
    </p:spTree>
    <p:extLst>
      <p:ext uri="{BB962C8B-B14F-4D97-AF65-F5344CB8AC3E}">
        <p14:creationId xmlns:p14="http://schemas.microsoft.com/office/powerpoint/2010/main" val="41576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5561-57C9-5645-4F28-31AB7346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2A3B7FE5-CD11-B7AF-C24F-06396525E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8EF17A8F-0728-728B-77F4-5DD8541328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Adição</a:t>
            </a:r>
            <a:r>
              <a:rPr lang="en-GB" b="1" dirty="0">
                <a:latin typeface="Söhne"/>
              </a:rPr>
              <a:t>)</a:t>
            </a:r>
            <a:endParaRPr lang="pt-PT" altLang="pt-PT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18194-0B14-F864-9DBC-FCF8CD0191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8FE8C14-0907-2270-C983-9AF5EDB09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51281"/>
            <a:ext cx="5620168" cy="228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exemplo 2 somar números binários">
            <a:extLst>
              <a:ext uri="{FF2B5EF4-FFF2-40B4-BE49-F238E27FC236}">
                <a16:creationId xmlns:a16="http://schemas.microsoft.com/office/drawing/2014/main" id="{9E843185-424B-B462-B686-646EE0DB7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74599"/>
            <a:ext cx="5193323" cy="236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28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36DC-ADA9-7596-47C2-075178307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78B8CC47-0CFF-6079-E7D8-A0F425AD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884C61D2-82B3-E09D-958F-F1275FA0A2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Adição</a:t>
            </a:r>
            <a:r>
              <a:rPr lang="en-GB" b="1" dirty="0">
                <a:latin typeface="Söhne"/>
              </a:rPr>
              <a:t>) - </a:t>
            </a:r>
            <a:r>
              <a:rPr lang="en-GB" b="1" dirty="0" err="1">
                <a:latin typeface="Söhne"/>
              </a:rPr>
              <a:t>Exercicios</a:t>
            </a:r>
            <a:endParaRPr lang="pt-PT" altLang="pt-PT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8F592-B7D8-4A98-607C-A9A55A68D6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 + 1010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11100 + 10101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11001 + 1001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110101 + 1111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1011111 + 1100101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10010 + 1111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1101101 + 1010111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1111000 + 1000111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11001 + 101010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 + 1111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1011 + 1100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1110 + 1011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1001 + 1111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 + 1101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111111 + 1</a:t>
            </a:r>
          </a:p>
          <a:p>
            <a:pPr marL="342900" indent="-342900">
              <a:buFont typeface="+mj-lt"/>
              <a:buAutoNum type="arabicPeriod"/>
            </a:pPr>
            <a:endParaRPr lang="en-GB" dirty="0">
              <a:solidFill>
                <a:schemeClr val="tx1"/>
              </a:solidFill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1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45AAD-08D2-1D99-192E-99BA947F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306BC2C6-2483-6485-1162-2654C31B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FA9646C-5CC2-FF87-1484-0EA127A1F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2817" y="1715734"/>
            <a:ext cx="10996039" cy="378971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Söhne"/>
              </a:rPr>
              <a:t>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multiplicação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binária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semelhante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à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multiplicação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base 10, mas com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apenas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(0 e 1). 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lógica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multiplicação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binária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envolve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cada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dígito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do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primeiro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pelo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segundo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número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observando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posição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relativa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dos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dígitos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fazendo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um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deslocamento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para 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esquerda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para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posicionar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produtos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parciais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. O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resultado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obtido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somando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produtos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parciais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Söhne"/>
              </a:rPr>
              <a:t>Por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exemplo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,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ao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1101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1010,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você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multiplica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1101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0,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depois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1 (com um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deslocamento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),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depois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0 (com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dois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deslocamentos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), 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fim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1 (com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três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deslocamentos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). Em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seguida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, some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produtos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parciais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para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obter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o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resultado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  <a:latin typeface="Söhne"/>
              </a:rPr>
              <a:t>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lógica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por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trás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dessas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operações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binárias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é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fundamental para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entender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como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computadores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executam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cálculos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e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processam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informações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em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sua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forma </a:t>
            </a:r>
            <a:r>
              <a:rPr lang="en-GB" sz="2000" dirty="0" err="1">
                <a:solidFill>
                  <a:schemeClr val="tx1"/>
                </a:solidFill>
                <a:latin typeface="Söhne"/>
              </a:rPr>
              <a:t>mais</a:t>
            </a:r>
            <a:r>
              <a:rPr lang="en-GB" sz="2000" dirty="0">
                <a:solidFill>
                  <a:schemeClr val="tx1"/>
                </a:solidFill>
                <a:latin typeface="Söhne"/>
              </a:rPr>
              <a:t> fundamental.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FADA72AD-C4E5-3EAA-052F-62A867B430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Multiplicação</a:t>
            </a:r>
            <a:r>
              <a:rPr lang="en-GB" b="1" dirty="0">
                <a:latin typeface="Söhne"/>
              </a:rPr>
              <a:t>)</a:t>
            </a:r>
            <a:endParaRPr lang="pt-PT" altLang="pt-PT" b="1" dirty="0"/>
          </a:p>
        </p:txBody>
      </p:sp>
    </p:spTree>
    <p:extLst>
      <p:ext uri="{BB962C8B-B14F-4D97-AF65-F5344CB8AC3E}">
        <p14:creationId xmlns:p14="http://schemas.microsoft.com/office/powerpoint/2010/main" val="363362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47CD-3CAB-84B7-0437-E0CEFC97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5498E347-C73D-D64B-B0B8-DF24A80D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AA1AE7D-ADFF-7806-1F9A-1A7216E21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Multiplicação</a:t>
            </a:r>
            <a:r>
              <a:rPr lang="en-GB" b="1" dirty="0">
                <a:latin typeface="Söhne"/>
              </a:rPr>
              <a:t>)</a:t>
            </a:r>
            <a:endParaRPr lang="pt-PT" altLang="pt-PT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5343A-C718-BEE6-CA5A-10B8B39E1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3CA215-B4EE-607C-B49C-BE26DBF0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38" y="2363665"/>
            <a:ext cx="7889324" cy="33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0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1A59-0975-80CD-6726-61D78194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A235EEC1-908F-4F2E-338B-5BD7831F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342A4A24-F80E-DBEC-9F81-0979397EE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164" y="1298643"/>
            <a:ext cx="5512672" cy="41709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b="1" dirty="0" err="1">
                <a:latin typeface="Söhne"/>
              </a:rPr>
              <a:t>Operações</a:t>
            </a:r>
            <a:r>
              <a:rPr lang="en-GB" b="1" dirty="0">
                <a:latin typeface="Söhne"/>
              </a:rPr>
              <a:t> </a:t>
            </a:r>
            <a:r>
              <a:rPr lang="en-GB" b="1" dirty="0" err="1">
                <a:latin typeface="Söhne"/>
              </a:rPr>
              <a:t>Aritméticas</a:t>
            </a:r>
            <a:r>
              <a:rPr lang="en-GB" b="1" dirty="0">
                <a:latin typeface="Söhne"/>
              </a:rPr>
              <a:t> (</a:t>
            </a:r>
            <a:r>
              <a:rPr lang="en-GB" b="1" dirty="0" err="1">
                <a:latin typeface="Söhne"/>
              </a:rPr>
              <a:t>Multiplicação</a:t>
            </a:r>
            <a:r>
              <a:rPr lang="en-GB" b="1" dirty="0">
                <a:latin typeface="Söhne"/>
              </a:rPr>
              <a:t>) - </a:t>
            </a:r>
            <a:r>
              <a:rPr lang="en-GB" b="1" dirty="0" err="1">
                <a:latin typeface="Söhne"/>
              </a:rPr>
              <a:t>Exercicios</a:t>
            </a:r>
            <a:endParaRPr lang="pt-PT" altLang="pt-PT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D52D1-8DA7-9216-72E8-A85ACEA5BC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440" y="1988904"/>
            <a:ext cx="10996039" cy="37897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 x 1010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 x 1011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1110 x 1001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10101 x 110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 x 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1010 x 1101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11100 x 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110110 x 1010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11011 x 111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 x 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 x 11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110 x 101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 x 1001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1011 x 110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Söhne"/>
              </a:rPr>
              <a:t>1110 x 111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6080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O</a:t>
            </a:r>
            <a:r>
              <a:rPr lang="pt-PT" sz="3200" dirty="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 dirty="0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0" ma:contentTypeDescription="Create a new document." ma:contentTypeScope="" ma:versionID="3111731bbf6eed093db0fcb974707f92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8857048fe002474465fdee4a1d1cf537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D1EA69-C719-49C1-A8A3-89994D0A39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4db9b-d9c7-4797-be33-505d35229944"/>
    <ds:schemaRef ds:uri="490bc2b0-995c-4aff-9aba-f2b12d967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C6585-F6AA-41B4-B979-BFB1807B4534}">
  <ds:schemaRefs>
    <ds:schemaRef ds:uri="http://schemas.microsoft.com/office/2006/metadata/properties"/>
    <ds:schemaRef ds:uri="http://schemas.microsoft.com/office/infopath/2007/PartnerControls"/>
    <ds:schemaRef ds:uri="b5d6457f-cca8-4519-abcc-ee100bd73b31"/>
    <ds:schemaRef ds:uri="bd68fa59-262a-45eb-a282-aff4b0a9c043"/>
    <ds:schemaRef ds:uri="490bc2b0-995c-4aff-9aba-f2b12d967e9b"/>
    <ds:schemaRef ds:uri="c824db9b-d9c7-4797-be33-505d3522994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12119</TotalTime>
  <Words>545</Words>
  <Application>Microsoft Office PowerPoint</Application>
  <PresentationFormat>Ecrã Panorâmico</PresentationFormat>
  <Paragraphs>63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Título e Sub-título</vt:lpstr>
      <vt:lpstr>Apresentação do PowerPoint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lastModifiedBy>André S. Ribeiro</cp:lastModifiedBy>
  <cp:revision>708</cp:revision>
  <cp:lastPrinted>2019-02-18T11:33:32Z</cp:lastPrinted>
  <dcterms:created xsi:type="dcterms:W3CDTF">2017-04-05T12:09:40Z</dcterms:created>
  <dcterms:modified xsi:type="dcterms:W3CDTF">2025-09-25T08:29:57Z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